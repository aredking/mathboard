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401FF-DF34-45F1-BD7E-6508ED1D5E4E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D3C48-0EE6-4FF8-86AA-99DDDCD13E2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Math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Board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1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Образовательная платформа для решения задач</a:t>
            </a:r>
          </a:p>
          <a:p>
            <a:pPr algn="l"/>
            <a:r>
              <a:rPr lang="ru-RU" sz="1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Гаврилов Семён</a:t>
            </a:r>
            <a:r>
              <a:rPr lang="ru-RU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1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Команда: Андрей, Сергей, Матвей</a:t>
            </a:r>
            <a:endParaRPr lang="ru-RU" sz="17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Введение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Math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Board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веб-приложение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для публикации и решения задач по математике, физике и другим точным наукам.</a:t>
            </a:r>
          </a:p>
          <a:p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Основные возможности: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Публикация задач с указанием ответа и решения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Проверка ответов в реальном времени без перезагрузки страницы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лайков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 избранного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Комментарии и обсуждения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Рейтинг пользователей и система репутации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Административная панель для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модерации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контента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REST API для программного доступа</a:t>
            </a:r>
          </a:p>
          <a:p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Главная задача: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Создать удобную платформу для обмена задачами и проверки знаний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Описание реализации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Классы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Blueprint'ы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auth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— регистрация, вход и выход пользователей</a:t>
            </a:r>
          </a:p>
          <a:p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tasks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— создание, редактирование, удаление задач, проверка ответов, лайки, избранное</a:t>
            </a:r>
          </a:p>
          <a:p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profile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— просмотр профиля, редактирование, смена пароля, статистика</a:t>
            </a:r>
          </a:p>
          <a:p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comments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— добавление, удаление, ответы на комментарии (древовидная структура)</a:t>
            </a:r>
          </a:p>
          <a:p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admin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дашборд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, управление пользователями,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модерация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задач и комментариев</a:t>
            </a:r>
          </a:p>
          <a:p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api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— REST API (12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эндпоинтов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Особенности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реализации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Фабрика приложений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— гибкая сборка модулей</a:t>
            </a:r>
          </a:p>
          <a:p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8 ORM-моделей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со связями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один-ко-многим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многие-ко-многим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Декораторы прав доступа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админ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, модератор, автор)</a:t>
            </a:r>
          </a:p>
          <a:p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AJAX без перезагрузки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— лайки, проверка ответов</a:t>
            </a:r>
          </a:p>
          <a:p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Логирование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всех действий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пользователей</a:t>
            </a:r>
          </a:p>
          <a:p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Кастомные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страницы ошибок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(403, 404, 500)</a:t>
            </a:r>
          </a:p>
          <a:p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60+ unit-тестов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pytest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Безопасность: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хеширование паролей (PBKDF2), CSRF-защита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Итоги 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перспективы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Уже 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реализовано:</a:t>
            </a:r>
          </a:p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Авторизация, профили,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аватары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Создание и решение задач (AJAX)</a:t>
            </a:r>
          </a:p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Лайки, избранное, комментарии</a:t>
            </a:r>
          </a:p>
          <a:p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Админ-панель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модерацией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REST API (12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эндпоинтов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Хостинг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PythonAnywhere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 будущем: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Мобильное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приложение</a:t>
            </a:r>
          </a:p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Telegram-бот</a:t>
            </a: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Показатели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5400 строк | 25 шаблонов | 12 API | 60+ тестов | 4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участника</a:t>
            </a:r>
          </a:p>
          <a:p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85</Words>
  <Application>Microsoft Office PowerPoint</Application>
  <PresentationFormat>Экран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Math Board</vt:lpstr>
      <vt:lpstr>Введение</vt:lpstr>
      <vt:lpstr>Описание реализации</vt:lpstr>
      <vt:lpstr>Особенности реализации</vt:lpstr>
      <vt:lpstr>Итоги и перспективы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Board</dc:title>
  <dc:creator>sem</dc:creator>
  <cp:lastModifiedBy>sem</cp:lastModifiedBy>
  <cp:revision>1</cp:revision>
  <dcterms:created xsi:type="dcterms:W3CDTF">2026-04-30T16:07:55Z</dcterms:created>
  <dcterms:modified xsi:type="dcterms:W3CDTF">2026-04-30T16:14:47Z</dcterms:modified>
</cp:coreProperties>
</file>